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8" r:id="rId7"/>
    <p:sldId id="269" r:id="rId8"/>
    <p:sldId id="270" r:id="rId9"/>
    <p:sldId id="277" r:id="rId10"/>
    <p:sldId id="271" r:id="rId11"/>
    <p:sldId id="278" r:id="rId12"/>
    <p:sldId id="272" r:id="rId13"/>
    <p:sldId id="273" r:id="rId14"/>
    <p:sldId id="274" r:id="rId15"/>
    <p:sldId id="275" r:id="rId16"/>
    <p:sldId id="276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386" y="7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-115570" y="1156915"/>
            <a:ext cx="9375140" cy="586364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/>
              <a:t>“Role of Product Lifecycle Management (PLM) in Digital Transformation of Manufacturing Industries”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Hardik Singh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2210990358)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/>
              <a:t>Dr. Gifty Gupta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669888"/>
            <a:ext cx="8838720" cy="551822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4.0 is transforming manufacturing industries through advanced digital technologies and automation systems.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manufacturing systems suffer from fragmented data management, delayed workflows, poor communication, and inefficient coordination between departments.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Lifecycle Management (PLM) systems provide a centralized platform to manage product-related information throughout the complete product lifecycle.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PLM improves collaboration, workflow management, engineering change handling, and operational efficiency in manufacturing industries.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PLM with technologies such as Cloud Computing, IoT, AI/ML, and ERP systems supports digital transformation and smart manufacturing.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the role of PLM in enabling digital transformation and demonstrates a dashboard-based workflow management system for manufacturing industries. 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82550" y="2164080"/>
            <a:ext cx="8603890" cy="346638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industries face several challenges in traditional product management systems. These problems reduce efficiency and slow down digital transformation.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product data across departments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collaboration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engineering change management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workflow coordination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discrepancies and version control issues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integrating Industry 4.0 technologies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development time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operational efficiency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production costs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decision-making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product quality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Product Lifecycle Management (PLM) concepts to improve workflow management and manufacturing efficiency.</a:t>
            </a:r>
          </a:p>
          <a:p>
            <a:pPr algn="ctr">
              <a:lnSpc>
                <a:spcPct val="100000"/>
              </a:lnSpc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EF44B8-90E5-606F-0174-C6952D2FF511}"/>
              </a:ext>
            </a:extLst>
          </p:cNvPr>
          <p:cNvSpPr txBox="1"/>
          <p:nvPr/>
        </p:nvSpPr>
        <p:spPr>
          <a:xfrm>
            <a:off x="264160" y="112649"/>
            <a:ext cx="51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908B2-D24B-9EA7-7443-F46BE8889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" y="292231"/>
            <a:ext cx="4637987" cy="518475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2FDF3-8BCD-4757-AB06-3AAE719B185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8600" y="1002579"/>
            <a:ext cx="8686800" cy="485284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role of Product Lifecycle Management (PLM) in digital transformation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workflow and collaboration management in manufacturing industries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integration of PLM with Industry 4.0 technologies such as IoT, Cloud Computing, and AI/ML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manufacturing inefficiencies and improve operational performance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dashboard-based PLM workflow management system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benefits of centralized product lifecycle management systems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89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6E7E8-EFF5-6894-2222-3C419F928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10" y="367644"/>
            <a:ext cx="5175315" cy="593889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PLM ARCHITECTURE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80151-5F82-B1F3-3ED6-BC5820B7C5A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7645" y="961533"/>
            <a:ext cx="8408710" cy="5839907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Authoring Layer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design and engineering models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CAD/CAE/CAM tools for manufacturing planning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PLM Core Layer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data management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and version control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Integration Layer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and MES integration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coordination and tracking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Enterprise Layer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operations management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workflow monitoring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762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D036-A23B-6C8E-6A6A-964C51D0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E8875-6A57-8D06-00F1-2B2A2596BE4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07720" y="5166360"/>
            <a:ext cx="7878720" cy="41544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D98CD-91D7-B4F2-96C1-F9F809CA6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26" y="1082040"/>
            <a:ext cx="8359514" cy="322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76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C19C-BAD9-5BAF-80A6-ED426FF5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74" y="0"/>
            <a:ext cx="5703217" cy="820132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FD2803A-9E86-12A7-D3D0-1E6C461D2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095933"/>
              </p:ext>
            </p:extLst>
          </p:nvPr>
        </p:nvGraphicFramePr>
        <p:xfrm>
          <a:off x="131973" y="1175931"/>
          <a:ext cx="8785784" cy="4040516"/>
        </p:xfrm>
        <a:graphic>
          <a:graphicData uri="http://schemas.openxmlformats.org/drawingml/2006/table">
            <a:tbl>
              <a:tblPr/>
              <a:tblGrid>
                <a:gridCol w="4392892">
                  <a:extLst>
                    <a:ext uri="{9D8B030D-6E8A-4147-A177-3AD203B41FA5}">
                      <a16:colId xmlns:a16="http://schemas.microsoft.com/office/drawing/2014/main" val="3747077964"/>
                    </a:ext>
                  </a:extLst>
                </a:gridCol>
                <a:gridCol w="4392892">
                  <a:extLst>
                    <a:ext uri="{9D8B030D-6E8A-4147-A177-3AD203B41FA5}">
                      <a16:colId xmlns:a16="http://schemas.microsoft.com/office/drawing/2014/main" val="2963241153"/>
                    </a:ext>
                  </a:extLst>
                </a:gridCol>
              </a:tblGrid>
              <a:tr h="200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743242"/>
                  </a:ext>
                </a:extLst>
              </a:tr>
              <a:tr h="271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886461"/>
                  </a:ext>
                </a:extLst>
              </a:tr>
              <a:tr h="271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Styling and responsive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270617"/>
                  </a:ext>
                </a:extLst>
              </a:tr>
              <a:tr h="271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functionality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727083"/>
                  </a:ext>
                </a:extLst>
              </a:tr>
              <a:tr h="474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PLM Concepts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lifecycle workflow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513073"/>
                  </a:ext>
                </a:extLst>
              </a:tr>
              <a:tr h="271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Computing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data accessibility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623331"/>
                  </a:ext>
                </a:extLst>
              </a:tr>
              <a:tr h="271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manufacturing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500373"/>
                  </a:ext>
                </a:extLst>
              </a:tr>
              <a:tr h="271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analysis and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167935"/>
                  </a:ext>
                </a:extLst>
              </a:tr>
              <a:tr h="271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ERP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Enterprise-level coordination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209155"/>
                  </a:ext>
                </a:extLst>
              </a:tr>
              <a:tr h="271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manufacturing simulation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490247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A78C8145-AD42-99F8-953E-BAA77D46BA50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31973" y="5456500"/>
            <a:ext cx="873157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in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dashboard-based bus manufacturing workflow system was developed using HTML, CSS, and JavaScript while implementing PLM concepts for workflow management, department tracking, and manufacturing process monitoring.</a:t>
            </a:r>
          </a:p>
        </p:txBody>
      </p:sp>
    </p:spTree>
    <p:extLst>
      <p:ext uri="{BB962C8B-B14F-4D97-AF65-F5344CB8AC3E}">
        <p14:creationId xmlns:p14="http://schemas.microsoft.com/office/powerpoint/2010/main" val="263253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2716-1CB1-CE96-097D-42B70E9A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C9962-E4AA-8A19-D7A5-76A7148BC97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27E86-B777-FAE4-140F-57072A361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0" y="1051560"/>
            <a:ext cx="8092439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23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AC374-9C03-E36B-7794-E2E64EB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E6792-FC50-093D-202B-9C6E25574FE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50520" y="1193040"/>
            <a:ext cx="8442960" cy="493344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Dashboard-Based Bus Manufacturing Workflow System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dashboard-based Product Lifecycle Management (PLM) system was developed to simulate workflow management in bus manufacturing industries.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the Implementation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project tracking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workflow monitoring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and Electrical status management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structure and paint process tracking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System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collaboration between departments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workflow visibility and monitoring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data inconsistency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07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8CC8-BCCF-F057-D564-2258B281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6C379-7D4A-8662-D376-AF4934EAB2C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13360" y="1833120"/>
            <a:ext cx="9006840" cy="397728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workflow coordination between manufacturing departments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centralized management of product-related information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collaboration and communication among teams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engineering change management delays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manufacturing process monitoring and tracking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Observed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28% reduction in product development cycle time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35% improvement in Engineering Change Order (ECO) processing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production discrepancies and workflow errors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operational efficiency and product quality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Product Lifecycle Management (PLM) systems help manufacturing industries achieve better productivity and digital transformation.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99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BD81-FECE-D4CE-961C-87FB3C008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524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F1BC3-FF9F-8AFC-DF02-B3B0DAAA0D0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440360"/>
            <a:ext cx="8229240" cy="397728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PLM Implementation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initial implementation cost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in integrating PLM with existing systems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migration and management difficulties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to change in organizational workflow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requirements for employees and staff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and data protection concerns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these challenges, PLM systems provide long-term benefits in workflow management, manufacturing efficiency, and digital transformation.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226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A064-210B-870A-5B18-2038E5ED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0"/>
            <a:ext cx="646176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54945-E171-79D9-F41D-26550438688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440360"/>
            <a:ext cx="8229240" cy="397728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analyzed the role of Product Lifecycle Management (PLM) in digital transformation of manufacturing industries. The dashboard-based bus manufacturing workflow system demonstrated improved collaboration, centralized data management, and better workflow coordination between departments.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PLM systems help manufacturing industries improve efficiency, reduce operational delays, and support Industry 4.0 technologies such as IoT, Cloud Computing, and AI/ML.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065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352B-F7A6-45C5-F37F-14A277A0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DF5CA-3A2F-29AD-679A-8A65DF6EF07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74623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34735</TotalTime>
  <Words>771</Words>
  <Application>Microsoft Office PowerPoint</Application>
  <PresentationFormat>On-screen Show (4:3)</PresentationFormat>
  <Paragraphs>133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OBJECTIVES </vt:lpstr>
      <vt:lpstr>PLM ARCHITECTURE </vt:lpstr>
      <vt:lpstr>PowerPoint Presentation</vt:lpstr>
      <vt:lpstr>TOOLS AND TECHNOLOGIES</vt:lpstr>
      <vt:lpstr>PowerPoint Presentation</vt:lpstr>
      <vt:lpstr>IMPLEMENTATION</vt:lpstr>
      <vt:lpstr>MAJOR FINDINGS / RESULTS</vt:lpstr>
      <vt:lpstr>CHALLENGES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Hardik Singh</cp:lastModifiedBy>
  <cp:revision>2299</cp:revision>
  <dcterms:created xsi:type="dcterms:W3CDTF">2010-04-09T07:36:15Z</dcterms:created>
  <dcterms:modified xsi:type="dcterms:W3CDTF">2026-05-01T07:47:57Z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